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4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41" r:id="rId4"/>
  </p:sldMasterIdLst>
  <p:notesMasterIdLst>
    <p:notesMasterId r:id="rId39"/>
  </p:notesMasterIdLst>
  <p:handoutMasterIdLst>
    <p:handoutMasterId r:id="rId40"/>
  </p:handoutMasterIdLst>
  <p:sldIdLst/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tion par défaut" id="{56A67525-4E6A-4841-911D-D764B525B6DB}">
          <p14:sldIdLst>
            <p14:sldId id="2147469820"/>
            <p14:sldId id="2147482410"/>
            <p14:sldId id="2147469822"/>
            <p14:sldId id="2891"/>
          </p14:sldIdLst>
        </p14:section>
        <p14:section name="Contexte" id="{C0D68D0B-5F00-4FAA-B6F9-8BFD5CFCF93F}">
          <p14:sldIdLst>
            <p14:sldId id="2867"/>
            <p14:sldId id="2147482390"/>
            <p14:sldId id="2147469827"/>
            <p14:sldId id="2147482405"/>
          </p14:sldIdLst>
        </p14:section>
        <p14:section name="Interlocuteurs" id="{3144F622-73C6-47CD-8980-C0E38E798F26}">
          <p14:sldIdLst>
            <p14:sldId id="2147469839"/>
            <p14:sldId id="2147469838"/>
          </p14:sldIdLst>
        </p14:section>
        <p14:section name="Périmètre" id="{5D64E7E8-901A-4276-9EDC-741F8E9E886E}">
          <p14:sldIdLst>
            <p14:sldId id="2147469840"/>
            <p14:sldId id="2147482400"/>
            <p14:sldId id="2147482396"/>
            <p14:sldId id="2147469841"/>
            <p14:sldId id="2147482393"/>
          </p14:sldIdLst>
        </p14:section>
        <p14:section name="Démarrage Projet" id="{FAB4BA61-07A4-43EB-A7FF-687B473B0360}">
          <p14:sldIdLst>
            <p14:sldId id="2147469835"/>
            <p14:sldId id="2147482305"/>
            <p14:sldId id="2147482386"/>
            <p14:sldId id="2147482388"/>
            <p14:sldId id="2147482401"/>
            <p14:sldId id="2147482402"/>
            <p14:sldId id="2147482392"/>
            <p14:sldId id="2147469837"/>
            <p14:sldId id="2147482394"/>
            <p14:sldId id="2147482397"/>
            <p14:sldId id="2147482383"/>
            <p14:sldId id="2147482406"/>
          </p14:sldIdLst>
        </p14:section>
        <p14:section name="Marketing" id="{058FC5D8-3EDC-4324-96C6-2A681EE21A8C}">
          <p14:sldIdLst>
            <p14:sldId id="2147469834"/>
            <p14:sldId id="2147469825"/>
          </p14:sldIdLst>
        </p14:section>
        <p14:section name="Actions &amp; Check-list GO Projet" id="{A62D31D9-A834-4ADE-9E7D-9E7953178BF3}">
          <p14:sldIdLst>
            <p14:sldId id="2147482389"/>
            <p14:sldId id="2147469823"/>
            <p14:sldId id="2147482407"/>
            <p14:sldId id="2147482404"/>
            <p14:sldId id="21474824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00897B"/>
    <a:srgbClr val="1D6E9B"/>
    <a:srgbClr val="FFF2D3"/>
    <a:srgbClr val="BFBFBF"/>
    <a:srgbClr val="85CA46"/>
    <a:srgbClr val="8976C4"/>
    <a:srgbClr val="CF423F"/>
    <a:srgbClr val="4F8EB1"/>
    <a:srgbClr val="FC8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182098-5E30-42C8-8E77-AA02ACB5FAFA}">
  <a:tblStyle styleId="{36182098-5E30-42C8-8E77-AA02ACB5FA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23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éline GUIHOU" userId="72f5b96f-b03b-4249-9f54-018bdae0450c" providerId="ADAL" clId="{D9881549-E11E-4144-B41B-4AEB63281091}"/>
    <pc:docChg chg="undo redo custSel addSld delSld modSld sldOrd delMainMaster addSection delSection modSection">
      <pc:chgData name="Céline GUIHOU" userId="72f5b96f-b03b-4249-9f54-018bdae0450c" providerId="ADAL" clId="{D9881549-E11E-4144-B41B-4AEB63281091}" dt="2026-06-09T09:18:09.640" v="18609" actId="1036"/>
      <pc:docMkLst>
        <pc:docMk/>
      </pc:docMkLst>
      <pc:sldChg chg="modSp mod">
        <pc:chgData name="Céline GUIHOU" userId="72f5b96f-b03b-4249-9f54-018bdae0450c" providerId="ADAL" clId="{D9881549-E11E-4144-B41B-4AEB63281091}" dt="2026-06-09T09:18:09.640" v="18609" actId="1036"/>
        <pc:sldMkLst>
          <pc:docMk/>
          <pc:sldMk cId="171888888" sldId="2147482397"/>
        </pc:sldMkLst>
        <pc:spChg chg="mod">
          <ac:chgData name="Céline GUIHOU" userId="72f5b96f-b03b-4249-9f54-018bdae0450c" providerId="ADAL" clId="{D9881549-E11E-4144-B41B-4AEB63281091}" dt="2026-06-09T09:18:09.640" v="18609" actId="1036"/>
          <ac:spMkLst>
            <pc:docMk/>
            <pc:sldMk cId="171888888" sldId="2147482397"/>
            <ac:spMk id="6" creationId="{726B7EBA-8DF8-A096-5D6B-8E7FF52467E8}"/>
          </ac:spMkLst>
        </pc:spChg>
      </pc:sldChg>
      <pc:sldChg chg="addSp delSp modSp mod">
        <pc:chgData name="Céline GUIHOU" userId="72f5b96f-b03b-4249-9f54-018bdae0450c" providerId="ADAL" clId="{D9881549-E11E-4144-B41B-4AEB63281091}" dt="2026-05-14T16:02:24.770" v="18604" actId="20577"/>
        <pc:sldMkLst>
          <pc:docMk/>
          <pc:sldMk cId="2893164313" sldId="2147482410"/>
        </pc:sldMkLst>
        <pc:spChg chg="add mod">
          <ac:chgData name="Céline GUIHOU" userId="72f5b96f-b03b-4249-9f54-018bdae0450c" providerId="ADAL" clId="{D9881549-E11E-4144-B41B-4AEB63281091}" dt="2026-05-14T16:02:16.248" v="18601" actId="404"/>
          <ac:spMkLst>
            <pc:docMk/>
            <pc:sldMk cId="2893164313" sldId="2147482410"/>
            <ac:spMk id="6" creationId="{6BD4D78E-74BE-A48D-92DB-D5A8ADA46EB3}"/>
          </ac:spMkLst>
        </pc:spChg>
        <pc:spChg chg="mod">
          <ac:chgData name="Céline GUIHOU" userId="72f5b96f-b03b-4249-9f54-018bdae0450c" providerId="ADAL" clId="{D9881549-E11E-4144-B41B-4AEB63281091}" dt="2026-05-14T16:02:24.770" v="18604" actId="20577"/>
          <ac:spMkLst>
            <pc:docMk/>
            <pc:sldMk cId="2893164313" sldId="2147482410"/>
            <ac:spMk id="8" creationId="{780028FE-3391-A050-151C-880A881949C5}"/>
          </ac:spMkLst>
        </pc:spChg>
        <pc:picChg chg="add mod">
          <ac:chgData name="Céline GUIHOU" userId="72f5b96f-b03b-4249-9f54-018bdae0450c" providerId="ADAL" clId="{D9881549-E11E-4144-B41B-4AEB63281091}" dt="2026-05-14T16:01:38.372" v="18580" actId="1076"/>
          <ac:picMkLst>
            <pc:docMk/>
            <pc:sldMk cId="2893164313" sldId="2147482410"/>
            <ac:picMk id="3" creationId="{2FD3436E-0962-8521-56CD-A91CD3AF6A4E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637B0D0-10DC-8235-A98B-F5F129E6D1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38C1CFA-9391-E0BA-6AA3-4D7609C2B0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A4C09-EC11-4B3D-8FC8-9DEC86E601CA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187C44-45CB-50AB-D241-C836AF88D3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B1582F-81EC-5520-1FF0-CCAB943802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CAA5E-D1A1-4C0D-B264-0AA16402F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20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65125" y="685800"/>
            <a:ext cx="6127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97BF4BF1-7362-89B3-5903-45CD62EE2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2892" y="2538228"/>
            <a:ext cx="5220677" cy="1781542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67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CD04501D-B155-FEC8-4DD8-4F26496CC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2892" y="1356970"/>
            <a:ext cx="5220677" cy="109857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accent6"/>
                </a:solidFill>
                <a:latin typeface="Montserrat Medium" panose="00000600000000000000" pitchFamily="2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D6BE347D-5294-DD63-6DB7-E0599783A1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5417" y="6051542"/>
            <a:ext cx="2211753" cy="487134"/>
          </a:xfrm>
        </p:spPr>
        <p:txBody>
          <a:bodyPr/>
          <a:lstStyle/>
          <a:p>
            <a:fld id="{0A21C1CE-2FC8-4FDC-9D09-80CD461981CE}" type="datetimeFigureOut">
              <a:rPr lang="fr-FR" smtClean="0"/>
              <a:t>09/06/2026</a:t>
            </a:fld>
            <a:endParaRPr lang="fr-FR"/>
          </a:p>
        </p:txBody>
      </p:sp>
      <p:pic>
        <p:nvPicPr>
          <p:cNvPr id="10" name="Image 9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4D220ED9-E8FC-7E2C-0F83-08D0644260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61232" y="5750448"/>
            <a:ext cx="2516553" cy="79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19521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Contenu hierarchi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2DD2086-F697-20E7-8CBD-C7B0AA016C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285710" y="211429"/>
            <a:ext cx="11671300" cy="645803"/>
          </a:xfrm>
          <a:prstGeom prst="rect">
            <a:avLst/>
          </a:prstGeom>
        </p:spPr>
        <p:txBody>
          <a:bodyPr spcFirstLastPara="1" wrap="square" lIns="163120" tIns="163120" rIns="163120" bIns="163120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2400" b="1">
                <a:solidFill>
                  <a:schemeClr val="tx2"/>
                </a:solidFill>
                <a:latin typeface="Montserrat" panose="000005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9pPr>
          </a:lstStyle>
          <a:p>
            <a:r>
              <a:rPr lang="fr-FR"/>
              <a:t>Titre de la page </a:t>
            </a:r>
            <a:endParaRPr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7A32328-3CF6-45AD-9DEA-6A78C1F08F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41352" y="857232"/>
            <a:ext cx="1134528" cy="107780"/>
          </a:xfrm>
          <a:prstGeom prst="rect">
            <a:avLst/>
          </a:prstGeom>
        </p:spPr>
      </p:pic>
      <p:sp>
        <p:nvSpPr>
          <p:cNvPr id="10" name="Espace réservé du texte 29">
            <a:extLst>
              <a:ext uri="{FF2B5EF4-FFF2-40B4-BE49-F238E27FC236}">
                <a16:creationId xmlns:a16="http://schemas.microsoft.com/office/drawing/2014/main" id="{1572CB80-492D-D14B-8428-D4668E55D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5710" y="3839345"/>
            <a:ext cx="11015578" cy="430212"/>
          </a:xfrm>
          <a:prstGeom prst="rect">
            <a:avLst/>
          </a:prstGeom>
        </p:spPr>
        <p:txBody>
          <a:bodyPr/>
          <a:lstStyle>
            <a:lvl2pPr marL="0" indent="0">
              <a:buFont typeface="Arial" panose="020B0604020202020204" pitchFamily="34" charset="0"/>
              <a:buNone/>
              <a:defRPr lang="fr-FR" sz="2400" b="0" i="0" u="none" strike="noStrike" kern="1200" cap="none" dirty="0">
                <a:solidFill>
                  <a:srgbClr val="FD7F01"/>
                </a:solidFill>
                <a:latin typeface="+mj-lt"/>
                <a:ea typeface="Arial"/>
                <a:cs typeface="Aharoni" pitchFamily="2" charset="-79"/>
                <a:sym typeface="Arial"/>
              </a:defRPr>
            </a:lvl2pPr>
          </a:lstStyle>
          <a:p>
            <a:pPr marL="0" marR="0" lvl="1" indent="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tabLst/>
            </a:pPr>
            <a:r>
              <a:rPr lang="fr-FR"/>
              <a:t>Idée 2</a:t>
            </a:r>
          </a:p>
        </p:txBody>
      </p:sp>
      <p:sp>
        <p:nvSpPr>
          <p:cNvPr id="7" name="Espace réservé du texte 29">
            <a:extLst>
              <a:ext uri="{FF2B5EF4-FFF2-40B4-BE49-F238E27FC236}">
                <a16:creationId xmlns:a16="http://schemas.microsoft.com/office/drawing/2014/main" id="{D3D69868-5B84-0EDA-DACF-A3AD690029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710" y="4341181"/>
            <a:ext cx="11015578" cy="1873188"/>
          </a:xfrm>
          <a:prstGeom prst="rect">
            <a:avLst/>
          </a:prstGeom>
        </p:spPr>
        <p:txBody>
          <a:bodyPr>
            <a:noAutofit/>
          </a:bodyPr>
          <a:lstStyle>
            <a:lvl2pPr marL="285750" indent="-285750">
              <a:buFont typeface="Arial" panose="020B0604020202020204" pitchFamily="34" charset="0"/>
              <a:buChar char="•"/>
              <a:defRPr lang="fr-FR" sz="2000" b="1" i="0" u="none" strike="noStrike" kern="1200" cap="none" dirty="0">
                <a:solidFill>
                  <a:schemeClr val="tx2">
                    <a:lumMod val="10000"/>
                  </a:schemeClr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2pPr>
            <a:lvl3pPr marL="808038" indent="-266700">
              <a:spcBef>
                <a:spcPts val="600"/>
              </a:spcBef>
              <a:spcAft>
                <a:spcPts val="600"/>
              </a:spcAft>
              <a:buClr>
                <a:srgbClr val="229FBC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  <a:latin typeface="Montserrat" panose="00000500000000000000" pitchFamily="2" charset="0"/>
              </a:defRPr>
            </a:lvl3pPr>
            <a:lvl4pPr marL="1252538" indent="-355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Montserrat" panose="00000500000000000000" pitchFamily="2" charset="0"/>
              </a:defRPr>
            </a:lvl4pPr>
            <a:lvl5pPr marL="1074738" indent="-177800">
              <a:spcBef>
                <a:spcPts val="600"/>
              </a:spcBef>
              <a:spcAft>
                <a:spcPts val="600"/>
              </a:spcAft>
              <a:defRPr sz="1200"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marL="342900" marR="0" lvl="1" indent="-34290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/>
              <a:t>Niveau 1</a:t>
            </a:r>
          </a:p>
          <a:p>
            <a:pPr marL="808038" marR="0" lvl="2" indent="-2667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29FBC"/>
              </a:buClr>
              <a:buFont typeface="Arial" panose="020B0604020202020204" pitchFamily="34" charset="0"/>
              <a:buChar char="–"/>
            </a:pPr>
            <a:r>
              <a:rPr lang="fr-FR"/>
              <a:t>Niveau 2</a:t>
            </a:r>
          </a:p>
          <a:p>
            <a:pPr marL="1252538" marR="0" lvl="3" indent="-3556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/>
              <a:t>Niveau 3</a:t>
            </a:r>
          </a:p>
          <a:p>
            <a:pPr lvl="2"/>
            <a:endParaRPr lang="fr-FR"/>
          </a:p>
          <a:p>
            <a:pPr lvl="2"/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BAEDD24-D120-E7C1-3ED7-1BDE5A5A42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5710" y="1775534"/>
            <a:ext cx="11015578" cy="1810579"/>
          </a:xfrm>
          <a:prstGeom prst="rect">
            <a:avLst/>
          </a:prstGeom>
        </p:spPr>
        <p:txBody>
          <a:bodyPr>
            <a:noAutofit/>
          </a:bodyPr>
          <a:lstStyle>
            <a:lvl2pPr marL="342900" marR="0" indent="-342900" algn="l" defTabSz="909461" rtl="0" eaLnBrk="1" latinLnBrk="0" hangingPunct="1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defRPr lang="fr-FR" sz="2000" b="1" i="0" u="none" strike="noStrike" kern="1200" cap="none" dirty="0" smtClean="0">
                <a:solidFill>
                  <a:schemeClr val="tx2"/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2pPr>
            <a:lvl3pPr marL="884238" marR="0" indent="-342900" algn="l" defTabSz="909461" rtl="0" eaLnBrk="1" latinLnBrk="0" hangingPunct="1">
              <a:lnSpc>
                <a:spcPct val="100000"/>
              </a:lnSpc>
              <a:buFont typeface="Arial" panose="020B0604020202020204" pitchFamily="34" charset="0"/>
              <a:defRPr lang="fr-FR" sz="1800" b="0" i="0" u="none" strike="noStrike" kern="1200" cap="none" dirty="0" smtClean="0">
                <a:solidFill>
                  <a:schemeClr val="tx2"/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3pPr>
            <a:lvl4pPr marR="0" algn="l" defTabSz="909461" rtl="0" eaLnBrk="1" latinLnBrk="0" hangingPunct="1">
              <a:lnSpc>
                <a:spcPct val="100000"/>
              </a:lnSpc>
              <a:buFont typeface="Arial" panose="020B0604020202020204" pitchFamily="34" charset="0"/>
              <a:defRPr lang="fr-FR" sz="1600" b="0" i="0" u="none" strike="noStrike" kern="1200" cap="none" dirty="0" smtClean="0">
                <a:solidFill>
                  <a:schemeClr val="tx2"/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4pPr>
          </a:lstStyle>
          <a:p>
            <a: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/>
              <a:t>Niveau 1</a:t>
            </a:r>
          </a:p>
          <a:p>
            <a:pPr marL="808038" marR="0" lvl="2" indent="-2667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29FBC"/>
              </a:buClr>
              <a:buFont typeface="Arial" panose="020B0604020202020204" pitchFamily="34" charset="0"/>
              <a:buChar char="–"/>
            </a:pPr>
            <a:r>
              <a:rPr lang="fr-FR"/>
              <a:t>Niveau 2</a:t>
            </a:r>
          </a:p>
          <a:p>
            <a:pPr marL="1252538" marR="0" lvl="3" indent="-3556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/>
              <a:t>Niveau 3</a:t>
            </a:r>
          </a:p>
          <a:p>
            <a:pPr lvl="4"/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7A3A4E4-45F4-4A81-5C10-9F029C75FE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750" y="1216025"/>
            <a:ext cx="11015663" cy="46196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 lang="fr-FR" sz="2400" b="0" i="0" u="none" strike="noStrike" cap="none" dirty="0">
                <a:solidFill>
                  <a:srgbClr val="FD7F01"/>
                </a:solidFill>
                <a:latin typeface="+mj-lt"/>
                <a:ea typeface="Arial"/>
                <a:cs typeface="Aharoni" pitchFamily="2" charset="-79"/>
                <a:sym typeface="Arial"/>
              </a:defRPr>
            </a:lvl2pPr>
          </a:lstStyle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fr-FR"/>
              <a:t>Idée 1</a:t>
            </a:r>
          </a:p>
        </p:txBody>
      </p:sp>
      <p:pic>
        <p:nvPicPr>
          <p:cNvPr id="6" name="Image 5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BD2759BA-106C-5459-5C29-2309822F7D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33010" y="6402338"/>
            <a:ext cx="1136556" cy="3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6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Contenu Simpl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A8880F94-C277-1DFA-291A-C47B0BAD70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285710" y="211429"/>
            <a:ext cx="11671300" cy="645803"/>
          </a:xfrm>
          <a:prstGeom prst="rect">
            <a:avLst/>
          </a:prstGeom>
        </p:spPr>
        <p:txBody>
          <a:bodyPr spcFirstLastPara="1" wrap="square" lIns="163120" tIns="163120" rIns="163120" bIns="163120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2400" b="1">
                <a:solidFill>
                  <a:schemeClr val="tx2"/>
                </a:solidFill>
                <a:latin typeface="Montserrat" panose="000005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9pPr>
          </a:lstStyle>
          <a:p>
            <a:r>
              <a:rPr lang="fr-FR"/>
              <a:t>Titre de la page </a:t>
            </a:r>
            <a:endParaRPr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7A32328-3CF6-45AD-9DEA-6A78C1F08F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41352" y="857232"/>
            <a:ext cx="1134528" cy="107780"/>
          </a:xfrm>
          <a:prstGeom prst="rect">
            <a:avLst/>
          </a:prstGeom>
        </p:spPr>
      </p:pic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7A3A4E4-45F4-4A81-5C10-9F029C75FE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750" y="1216025"/>
            <a:ext cx="11015663" cy="46196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 lang="fr-FR" sz="2400" b="0" i="0" u="none" strike="noStrike" cap="none" dirty="0">
                <a:solidFill>
                  <a:srgbClr val="FD7F01"/>
                </a:solidFill>
                <a:latin typeface="+mj-lt"/>
                <a:ea typeface="Arial"/>
                <a:cs typeface="Aharoni" pitchFamily="2" charset="-79"/>
                <a:sym typeface="Arial"/>
              </a:defRPr>
            </a:lvl2pPr>
          </a:lstStyle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fr-FR"/>
              <a:t>Idée 1</a:t>
            </a:r>
          </a:p>
        </p:txBody>
      </p:sp>
      <p:sp>
        <p:nvSpPr>
          <p:cNvPr id="4" name="Espace réservé du texte 11">
            <a:extLst>
              <a:ext uri="{FF2B5EF4-FFF2-40B4-BE49-F238E27FC236}">
                <a16:creationId xmlns:a16="http://schemas.microsoft.com/office/drawing/2014/main" id="{5EB06AEC-7823-A96C-6538-905E6D82D1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5710" y="1935214"/>
            <a:ext cx="11015578" cy="4478901"/>
          </a:xfrm>
          <a:prstGeom prst="rect">
            <a:avLst/>
          </a:prstGeom>
        </p:spPr>
        <p:txBody>
          <a:bodyPr/>
          <a:lstStyle>
            <a:lvl2pPr marL="342900" marR="0" indent="-342900" algn="l" defTabSz="909461" rtl="0" eaLnBrk="1" latinLnBrk="0" hangingPunct="1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defRPr lang="fr-FR" sz="2000" b="1" i="0" u="none" strike="noStrike" kern="1200" cap="none" dirty="0" smtClean="0">
                <a:solidFill>
                  <a:schemeClr val="tx2">
                    <a:lumMod val="10000"/>
                  </a:schemeClr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2pPr>
            <a:lvl3pPr marL="884238" marR="0" indent="-342900" algn="l" defTabSz="909461" rtl="0" eaLnBrk="1" latinLnBrk="0" hangingPunct="1">
              <a:lnSpc>
                <a:spcPct val="100000"/>
              </a:lnSpc>
              <a:buFont typeface="Arial" panose="020B0604020202020204" pitchFamily="34" charset="0"/>
              <a:defRPr lang="fr-FR" sz="1800" b="0" i="0" u="none" strike="noStrike" kern="1200" cap="none" dirty="0" smtClean="0">
                <a:solidFill>
                  <a:schemeClr val="tx2">
                    <a:lumMod val="10000"/>
                  </a:schemeClr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3pPr>
            <a:lvl4pPr marR="0" algn="l" defTabSz="909461" rtl="0" eaLnBrk="1" latinLnBrk="0" hangingPunct="1">
              <a:lnSpc>
                <a:spcPct val="100000"/>
              </a:lnSpc>
              <a:buFont typeface="Arial" panose="020B0604020202020204" pitchFamily="34" charset="0"/>
              <a:defRPr lang="fr-FR" sz="1600" b="0" i="0" u="none" strike="noStrike" kern="1200" cap="none" dirty="0" smtClean="0">
                <a:solidFill>
                  <a:schemeClr val="tx2">
                    <a:lumMod val="10000"/>
                  </a:schemeClr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4pPr>
          </a:lstStyle>
          <a:p>
            <a: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/>
              <a:t>Niveau 1</a:t>
            </a:r>
          </a:p>
          <a:p>
            <a:pPr marL="808038" marR="0" lvl="2" indent="-2667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29FBC"/>
              </a:buClr>
              <a:buFont typeface="Arial" panose="020B0604020202020204" pitchFamily="34" charset="0"/>
              <a:buChar char="–"/>
            </a:pPr>
            <a:r>
              <a:rPr lang="fr-FR"/>
              <a:t>Niveau 2</a:t>
            </a:r>
          </a:p>
          <a:p>
            <a:pPr marL="1252538" marR="0" lvl="3" indent="-3556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/>
              <a:t>Niveau 3</a:t>
            </a:r>
          </a:p>
          <a:p>
            <a:pPr lvl="4"/>
            <a:endParaRPr lang="fr-FR"/>
          </a:p>
        </p:txBody>
      </p:sp>
      <p:pic>
        <p:nvPicPr>
          <p:cNvPr id="9" name="Image 8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A3D1FB0C-4187-49D2-A71D-E13D83FBAC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33010" y="6402338"/>
            <a:ext cx="1136556" cy="3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7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285710" y="211429"/>
            <a:ext cx="11671300" cy="645803"/>
          </a:xfrm>
          <a:prstGeom prst="rect">
            <a:avLst/>
          </a:prstGeom>
        </p:spPr>
        <p:txBody>
          <a:bodyPr spcFirstLastPara="1" wrap="square" lIns="163120" tIns="163120" rIns="163120" bIns="163120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2400" b="1">
                <a:solidFill>
                  <a:schemeClr val="tx2"/>
                </a:solidFill>
                <a:latin typeface="Montserrat" panose="000005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9pPr>
          </a:lstStyle>
          <a:p>
            <a:r>
              <a:rPr lang="fr-FR"/>
              <a:t>Titre de la page </a:t>
            </a:r>
            <a:endParaRPr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7A32328-3CF6-45AD-9DEA-6A78C1F08F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441352" y="857232"/>
            <a:ext cx="1134528" cy="10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7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bg>
      <p:bgPr>
        <a:solidFill>
          <a:schemeClr val="bg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52BE64E9-9BAA-04FB-9753-FFF16CBBAE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010" y="6402338"/>
            <a:ext cx="1136556" cy="3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8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bg>
      <p:bgPr>
        <a:solidFill>
          <a:schemeClr val="bg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059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bg>
      <p:bgPr>
        <a:solidFill>
          <a:schemeClr val="bg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D3A5B2B-0C50-B833-29D5-2200305DA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5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52BE64E9-9BAA-04FB-9753-FFF16CBBAE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33010" y="6402338"/>
            <a:ext cx="1136556" cy="3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6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F1DCD277-91C3-5279-5130-B80C09C68A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CA200C7-68FB-A544-81F8-D3C99973CF1B}"/>
              </a:ext>
            </a:extLst>
          </p:cNvPr>
          <p:cNvSpPr txBox="1"/>
          <p:nvPr userDrawn="1"/>
        </p:nvSpPr>
        <p:spPr>
          <a:xfrm>
            <a:off x="3131010" y="3236268"/>
            <a:ext cx="6094378" cy="119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161" spc="104">
                <a:solidFill>
                  <a:schemeClr val="accent6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rPr>
              <a:t>MERCI ! </a:t>
            </a:r>
            <a:endParaRPr lang="fr-FR" sz="7161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6" name="Picture 24">
            <a:extLst>
              <a:ext uri="{FF2B5EF4-FFF2-40B4-BE49-F238E27FC236}">
                <a16:creationId xmlns:a16="http://schemas.microsoft.com/office/drawing/2014/main" id="{70F98015-DDDB-FD47-A227-20DFD901F5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3932924" y="4493366"/>
            <a:ext cx="1604211" cy="152400"/>
          </a:xfrm>
          <a:prstGeom prst="rect">
            <a:avLst/>
          </a:prstGeom>
        </p:spPr>
      </p:pic>
      <p:pic>
        <p:nvPicPr>
          <p:cNvPr id="2" name="Image 1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DA7D387C-E7AF-DE03-9EE5-38C4AED233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7540" y="6376514"/>
            <a:ext cx="1163125" cy="36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34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ition-ver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6E9B97-6A05-4C4D-A51E-19E60D715B2A}"/>
              </a:ext>
            </a:extLst>
          </p:cNvPr>
          <p:cNvSpPr/>
          <p:nvPr userDrawn="1"/>
        </p:nvSpPr>
        <p:spPr>
          <a:xfrm>
            <a:off x="-233644" y="1"/>
            <a:ext cx="12425645" cy="6858000"/>
          </a:xfrm>
          <a:prstGeom prst="rect">
            <a:avLst/>
          </a:prstGeom>
          <a:solidFill>
            <a:schemeClr val="accent6">
              <a:alpha val="8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86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E218789-B327-F548-AE6C-37D35C8695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0451" y="2789774"/>
            <a:ext cx="1268413" cy="1278453"/>
          </a:xfrm>
          <a:prstGeom prst="rect">
            <a:avLst/>
          </a:prstGeo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0627E451-FD0C-5049-9FE0-E2AC3CBC42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43277" y="3043236"/>
            <a:ext cx="8720137" cy="771525"/>
          </a:xfrm>
          <a:prstGeom prst="rect">
            <a:avLst/>
          </a:prstGeom>
        </p:spPr>
        <p:txBody>
          <a:bodyPr/>
          <a:lstStyle>
            <a:lvl1pPr>
              <a:defRPr sz="4973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lvl="0"/>
            <a:r>
              <a:rPr lang="fr-FR"/>
              <a:t>Titre de la </a:t>
            </a:r>
            <a:r>
              <a:rPr lang="fr-FR" err="1"/>
              <a:t>transistion</a:t>
            </a:r>
            <a:endParaRPr lang="fr-FR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42CE0AF9-8722-8F43-B803-FAD88E1A9A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578921">
            <a:off x="2196626" y="3370763"/>
            <a:ext cx="1278886" cy="1214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2EED484-2CF8-4A92-9038-90E2A313A6B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65490" y="6426029"/>
            <a:ext cx="920927" cy="2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18792"/>
      </p:ext>
    </p:extLst>
  </p:cSld>
  <p:clrMapOvr>
    <a:masterClrMapping/>
  </p:clrMapOvr>
  <p:transition>
    <p:fade thruBlk="1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2E0678-5B09-8274-41A0-F4BCC3A8F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1" y="1323191"/>
            <a:ext cx="10945009" cy="48430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1" indent="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fr-FR"/>
              <a:t>Cliquez pour modifier les styles du texte du masque</a:t>
            </a:r>
          </a:p>
          <a:p>
            <a:pPr marL="0" marR="0" lvl="1" indent="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fr-FR"/>
          </a:p>
          <a:p>
            <a:pPr marL="342900" marR="0" lvl="1" indent="-34290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/>
              <a:t>Premier niveau</a:t>
            </a:r>
          </a:p>
          <a:p>
            <a:pPr lvl="2"/>
            <a:r>
              <a:rPr lang="fr-FR"/>
              <a:t>Second niveau</a:t>
            </a:r>
          </a:p>
          <a:p>
            <a:pPr lvl="3"/>
            <a:r>
              <a:rPr lang="fr-FR"/>
              <a:t>Troisième niveau</a:t>
            </a:r>
          </a:p>
        </p:txBody>
      </p:sp>
      <p:sp>
        <p:nvSpPr>
          <p:cNvPr id="7" name="Espace réservé du titre 6">
            <a:extLst>
              <a:ext uri="{FF2B5EF4-FFF2-40B4-BE49-F238E27FC236}">
                <a16:creationId xmlns:a16="http://schemas.microsoft.com/office/drawing/2014/main" id="{F2CF7FBF-3E9C-4D6C-807D-D6DF662C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91" y="365126"/>
            <a:ext cx="10945009" cy="796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F22AD14-9137-A5D0-745D-DCA2AC797884}"/>
              </a:ext>
            </a:extLst>
          </p:cNvPr>
          <p:cNvSpPr txBox="1"/>
          <p:nvPr userDrawn="1"/>
        </p:nvSpPr>
        <p:spPr>
          <a:xfrm>
            <a:off x="27197" y="6543430"/>
            <a:ext cx="391454" cy="2300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1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7C34942-2C05-42E1-85B2-9B2415C4A4D2}" type="slidenum">
              <a:rPr kumimoji="0" lang="en-GB" sz="895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6819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‹N°›</a:t>
            </a:fld>
            <a:endParaRPr kumimoji="0" lang="en-GB" sz="89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7606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06" r:id="rId2"/>
    <p:sldLayoutId id="2147483743" r:id="rId3"/>
    <p:sldLayoutId id="2147483748" r:id="rId4"/>
    <p:sldLayoutId id="2147483746" r:id="rId5"/>
    <p:sldLayoutId id="2147483747" r:id="rId6"/>
    <p:sldLayoutId id="2147483744" r:id="rId7"/>
    <p:sldLayoutId id="2147483739" r:id="rId8"/>
    <p:sldLayoutId id="2147483749" r:id="rId9"/>
  </p:sldLayoutIdLst>
  <p:hf hdr="0" ftr="0" dt="0"/>
  <p:txStyles>
    <p:titleStyle>
      <a:lvl1pPr algn="l" defTabSz="909461" rtl="0" eaLnBrk="1" latinLnBrk="0" hangingPunct="1">
        <a:lnSpc>
          <a:spcPct val="90000"/>
        </a:lnSpc>
        <a:spcBef>
          <a:spcPct val="0"/>
        </a:spcBef>
        <a:buNone/>
        <a:defRPr sz="2387" b="1" kern="1200">
          <a:solidFill>
            <a:schemeClr val="tx2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909461" rtl="0" eaLnBrk="1" latinLnBrk="0" hangingPunct="1">
        <a:lnSpc>
          <a:spcPct val="90000"/>
        </a:lnSpc>
        <a:spcBef>
          <a:spcPts val="995"/>
        </a:spcBef>
        <a:buFont typeface="Arial" panose="020B0604020202020204" pitchFamily="34" charset="0"/>
        <a:buNone/>
        <a:defRPr sz="2785" kern="1200">
          <a:solidFill>
            <a:srgbClr val="FD7F01"/>
          </a:solidFill>
          <a:latin typeface="Montserrat" pitchFamily="2" charset="77"/>
          <a:ea typeface="+mn-ea"/>
          <a:cs typeface="+mn-cs"/>
        </a:defRPr>
      </a:lvl1pPr>
      <a:lvl2pPr marL="177800" indent="-177800" algn="l" defTabSz="909461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tabLst/>
        <a:defRPr lang="fr-FR" sz="1600" b="0" i="0" u="none" strike="noStrike" kern="1200" cap="none" dirty="0">
          <a:solidFill>
            <a:srgbClr val="FD7F01"/>
          </a:solidFill>
          <a:latin typeface="Montserrat" panose="00000500000000000000" pitchFamily="2" charset="0"/>
          <a:ea typeface="+mn-ea"/>
          <a:cs typeface="Aharoni" pitchFamily="2" charset="-79"/>
          <a:sym typeface="Arial"/>
        </a:defRPr>
      </a:lvl2pPr>
      <a:lvl3pPr marL="541338" indent="-185738" algn="l" defTabSz="909461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rgbClr val="229FBC"/>
        </a:buClr>
        <a:buFont typeface="Police système Courant"/>
        <a:buChar char="-"/>
        <a:tabLst>
          <a:tab pos="719138" algn="l"/>
          <a:tab pos="1252538" algn="l"/>
        </a:tabLst>
        <a:defRPr sz="14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985838" indent="-138113" algn="l" defTabSz="909461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487888" indent="0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None/>
        <a:tabLst/>
        <a:defRPr sz="1790" kern="1200">
          <a:solidFill>
            <a:srgbClr val="229FBC"/>
          </a:solidFill>
          <a:latin typeface="Modern Love Caps" pitchFamily="82" charset="0"/>
          <a:ea typeface="+mn-ea"/>
          <a:cs typeface="+mn-cs"/>
        </a:defRPr>
      </a:lvl5pPr>
      <a:lvl6pPr marL="2501019" indent="-227365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6pPr>
      <a:lvl7pPr marL="2955749" indent="-227365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7pPr>
      <a:lvl8pPr marL="3410479" indent="-227365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8pPr>
      <a:lvl9pPr marL="3865210" indent="-227365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1pPr>
      <a:lvl2pPr marL="454731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2pPr>
      <a:lvl3pPr marL="909461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3pPr>
      <a:lvl4pPr marL="1364192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4pPr>
      <a:lvl5pPr marL="1818923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5pPr>
      <a:lvl6pPr marL="2273653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6pPr>
      <a:lvl7pPr marL="2728384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7pPr>
      <a:lvl8pPr marL="3183114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8pPr>
      <a:lvl9pPr marL="3637845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Conception personnalisée">
  <a:themeElements>
    <a:clrScheme name="TSF 2023">
      <a:dk1>
        <a:srgbClr val="FC8B00"/>
      </a:dk1>
      <a:lt1>
        <a:srgbClr val="FFFFFF"/>
      </a:lt1>
      <a:dk2>
        <a:srgbClr val="3F3F3F"/>
      </a:dk2>
      <a:lt2>
        <a:srgbClr val="F2F2F2"/>
      </a:lt2>
      <a:accent1>
        <a:srgbClr val="E66C08"/>
      </a:accent1>
      <a:accent2>
        <a:srgbClr val="FC8B00"/>
      </a:accent2>
      <a:accent3>
        <a:srgbClr val="FFC127"/>
      </a:accent3>
      <a:accent4>
        <a:srgbClr val="E6F5F3"/>
      </a:accent4>
      <a:accent5>
        <a:srgbClr val="4DB6AC"/>
      </a:accent5>
      <a:accent6>
        <a:srgbClr val="00897B"/>
      </a:accent6>
      <a:hlink>
        <a:srgbClr val="1155CC"/>
      </a:hlink>
      <a:folHlink>
        <a:srgbClr val="FC8B00"/>
      </a:folHlink>
    </a:clrScheme>
    <a:fontScheme name="TSF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ee87ddd-1965-4434-b375-78d8ba310662">
      <Terms xmlns="http://schemas.microsoft.com/office/infopath/2007/PartnerControls"/>
    </lcf76f155ced4ddcb4097134ff3c332f>
    <TaxCatchAll xmlns="8b379bb0-b64f-4c40-a28d-6eedbeec024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F8389F853A2D4C808A54B181D22240" ma:contentTypeVersion="11" ma:contentTypeDescription="Create a new document." ma:contentTypeScope="" ma:versionID="75491026da3992e01105bf8f02669a38">
  <xsd:schema xmlns:xsd="http://www.w3.org/2001/XMLSchema" xmlns:xs="http://www.w3.org/2001/XMLSchema" xmlns:p="http://schemas.microsoft.com/office/2006/metadata/properties" xmlns:ns2="bee87ddd-1965-4434-b375-78d8ba310662" xmlns:ns3="8b379bb0-b64f-4c40-a28d-6eedbeec024c" targetNamespace="http://schemas.microsoft.com/office/2006/metadata/properties" ma:root="true" ma:fieldsID="b99c8e9aa937e6132e943c4cc89f3feb" ns2:_="" ns3:_="">
    <xsd:import namespace="bee87ddd-1965-4434-b375-78d8ba310662"/>
    <xsd:import namespace="8b379bb0-b64f-4c40-a28d-6eedbeec02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e87ddd-1965-4434-b375-78d8ba3106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c391405-6ef0-418d-9473-03ba94dcfb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379bb0-b64f-4c40-a28d-6eedbeec024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a278d91-1346-4597-b21f-5d44c184eb51}" ma:internalName="TaxCatchAll" ma:showField="CatchAllData" ma:web="8b379bb0-b64f-4c40-a28d-6eedbeec02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13075F-BF36-4913-BC97-113B6E93F4E5}">
  <ds:schemaRefs>
    <ds:schemaRef ds:uri="6930a3a8-6a7c-4999-8ded-608c83ac8722"/>
    <ds:schemaRef ds:uri="a6005d0a-c365-4ed3-a966-415884f5eb4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f2578b5e-4a58-4773-b99e-6be304b5d6e7"/>
    <ds:schemaRef ds:uri="6d861d32-871f-444c-b12b-4718fd34f955"/>
    <ds:schemaRef ds:uri="bee87ddd-1965-4434-b375-78d8ba310662"/>
    <ds:schemaRef ds:uri="8b379bb0-b64f-4c40-a28d-6eedbeec024c"/>
  </ds:schemaRefs>
</ds:datastoreItem>
</file>

<file path=customXml/itemProps2.xml><?xml version="1.0" encoding="utf-8"?>
<ds:datastoreItem xmlns:ds="http://schemas.openxmlformats.org/officeDocument/2006/customXml" ds:itemID="{64D4EE80-2BD6-4E4E-B8C8-97C8874E4A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2F03DD-8905-4997-8AB9-F45D9CDC079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1523</TotalTime>
  <Words>1725</Words>
  <Application>Microsoft Office PowerPoint</Application>
  <PresentationFormat>Grand écran</PresentationFormat>
  <Paragraphs>419</Paragraphs>
  <Slides>34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45" baseType="lpstr">
      <vt:lpstr>Aharoni</vt:lpstr>
      <vt:lpstr>Arial</vt:lpstr>
      <vt:lpstr>Modern Love Caps</vt:lpstr>
      <vt:lpstr>Montserrat</vt:lpstr>
      <vt:lpstr>Montserrat  </vt:lpstr>
      <vt:lpstr>Montserrat ExtraBold</vt:lpstr>
      <vt:lpstr>Montserrat Medium</vt:lpstr>
      <vt:lpstr>Plus Jakarta Sans</vt:lpstr>
      <vt:lpstr>Police système Courant</vt:lpstr>
      <vt:lpstr>Ubuntu</vt:lpstr>
      <vt:lpstr>1_Conception personnalisée</vt:lpstr>
      <vt:lpstr>Transition de la DC vers la DSC  [date – Version x.x]  </vt:lpstr>
      <vt:lpstr>Préambule</vt:lpstr>
      <vt:lpstr>Participants à la réunion</vt:lpstr>
      <vt:lpstr>Présentation PowerPoint</vt:lpstr>
      <vt:lpstr>Présentation PowerPoint</vt:lpstr>
      <vt:lpstr>Présentation du client</vt:lpstr>
      <vt:lpstr>Contexte (1/2) </vt:lpstr>
      <vt:lpstr>Contexte (2/2) </vt:lpstr>
      <vt:lpstr>Présentation PowerPoint</vt:lpstr>
      <vt:lpstr>Les interlocuteurs-clés côté Client</vt:lpstr>
      <vt:lpstr>Présentation PowerPoint</vt:lpstr>
      <vt:lpstr>Périmètre fonctionnel (1/2)</vt:lpstr>
      <vt:lpstr>Périmètre fonctionnel (2/2) : Echanges Client du xx/xx/xx</vt:lpstr>
      <vt:lpstr>Licences - Configuration &amp; aspects techniques</vt:lpstr>
      <vt:lpstr>Implémentation, Services &amp; Aspects contractuels</vt:lpstr>
      <vt:lpstr>Présentation PowerPoint</vt:lpstr>
      <vt:lpstr>Cadencement de l’implémentation</vt:lpstr>
      <vt:lpstr>Démarrage projet</vt:lpstr>
      <vt:lpstr>Planning prévisionnel (1/3)</vt:lpstr>
      <vt:lpstr>Planning prévisionnel (2/3)</vt:lpstr>
      <vt:lpstr>Planning prévisionnel (3/3)</vt:lpstr>
      <vt:lpstr>Répartition des charges</vt:lpstr>
      <vt:lpstr>Présentation PowerPoint</vt:lpstr>
      <vt:lpstr>Chiffrage - Licences </vt:lpstr>
      <vt:lpstr>Chiffrage - Implémentation </vt:lpstr>
      <vt:lpstr>Présentation PowerPoint</vt:lpstr>
      <vt:lpstr>Facturation</vt:lpstr>
      <vt:lpstr>Présentation PowerPoint</vt:lpstr>
      <vt:lpstr>MKG – Le client accepte-il de communiquer ? </vt:lpstr>
      <vt:lpstr>Présentation PowerPoint</vt:lpstr>
      <vt:lpstr>Actions à mener en sortie du kick-off interne TSF (1/2)</vt:lpstr>
      <vt:lpstr>Actions à mener en sortie du kick-off Client (2/2)</vt:lpstr>
      <vt:lpstr>Eléments de check-list « GO Projet »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Kick-off interne TSF</dc:title>
  <dc:creator>Céline GUIHOU</dc:creator>
  <cp:lastModifiedBy>Céline GUIHOU</cp:lastModifiedBy>
  <cp:revision>1</cp:revision>
  <dcterms:modified xsi:type="dcterms:W3CDTF">2026-06-09T09:18:14Z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0x01010028F8389F853A2D4C808A54B181D22240</vt:lpwstr>
  </property>
  <property fmtid="{D5CDD505-2E9C-101B-9397-08002B2CF9AE}" pid="3" name="Order">
    <vt:r8>2018600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MediaServiceImageTags">
    <vt:lpwstr/>
  </property>
  <property fmtid="{D5CDD505-2E9C-101B-9397-08002B2CF9AE}" pid="8" name="xd_Signature">
    <vt:bool>false</vt:bool>
  </property>
  <property fmtid="{D5CDD505-2E9C-101B-9397-08002B2CF9AE}" pid="9" name="xd_ProgID">
    <vt:lpwstr/>
  </property>
  <property fmtid="{D5CDD505-2E9C-101B-9397-08002B2CF9AE}" pid="10" name="TemplateUrl">
    <vt:lpwstr/>
  </property>
</Properties>
</file>